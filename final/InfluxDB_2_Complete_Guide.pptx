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InfluxDB 2 – Complete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• Data Model • Flux •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InfluxDB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Purpose-built Time Series Database</a:t>
            </a:r>
          </a:p>
          <a:p>
            <a:pPr lvl="1"/>
            <a:r>
              <a:t>Optimized for metrics, events, and real-time analytics</a:t>
            </a:r>
          </a:p>
          <a:p>
            <a:pPr lvl="1"/>
            <a:r>
              <a:t>Used in monitoring, IoT, and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Timestamped data points</a:t>
            </a:r>
          </a:p>
          <a:p>
            <a:pPr lvl="1"/>
            <a:r>
              <a:t>Optimized writes and time-based queries</a:t>
            </a:r>
          </a:p>
          <a:p>
            <a:pPr lvl="1"/>
            <a:r>
              <a:t>High compression and retention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InfluxDB 2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InfluxDB Server (influxd)</a:t>
            </a:r>
          </a:p>
          <a:p>
            <a:pPr lvl="1"/>
            <a:r>
              <a:t>UI + HTTP API</a:t>
            </a:r>
          </a:p>
          <a:p>
            <a:pPr lvl="1"/>
            <a:r>
              <a:t>Storage Engine optimized for time-series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Organization</a:t>
            </a:r>
          </a:p>
          <a:p>
            <a:pPr lvl="1"/>
            <a:r>
              <a:t>Buckets (Database + Retention Policy)</a:t>
            </a:r>
          </a:p>
          <a:p>
            <a:pPr lvl="1"/>
            <a:r>
              <a:t>Measurements, Tags, Fields, 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Text-based ingestion format</a:t>
            </a:r>
          </a:p>
          <a:p>
            <a:pPr lvl="1"/>
            <a:r>
              <a:t>measurement,tag=value field=value timestamp</a:t>
            </a:r>
          </a:p>
          <a:p>
            <a:pPr lvl="1"/>
            <a:r>
              <a:t>Highly efficient for ingestion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HTTP API</a:t>
            </a:r>
          </a:p>
          <a:p>
            <a:pPr lvl="1"/>
            <a:r>
              <a:t>Client Libraries (JS, Python, Go)</a:t>
            </a:r>
          </a:p>
          <a:p>
            <a:pPr lvl="1"/>
            <a:r>
              <a:t>Batch and streaming ingestion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Querying with Flux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Functional query language</a:t>
            </a:r>
          </a:p>
          <a:p>
            <a:pPr lvl="1"/>
            <a:r>
              <a:t>Filtering, windowing, aggregation</a:t>
            </a:r>
          </a:p>
          <a:p>
            <a:pPr lvl="1"/>
            <a:r>
              <a:t>Powerful transformations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range() – define time window</a:t>
            </a:r>
          </a:p>
          <a:p>
            <a:pPr lvl="1"/>
            <a:r>
              <a:t>filter() – narrow results</a:t>
            </a:r>
          </a:p>
          <a:p>
            <a:pPr lvl="1"/>
            <a:r>
              <a:t>aggregateWindow() – time buckets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Scheduled Flux scripts</a:t>
            </a:r>
          </a:p>
          <a:p>
            <a:pPr lvl="1"/>
            <a:r>
              <a:t>Downsampling and alerts</a:t>
            </a:r>
          </a:p>
          <a:p>
            <a:pPr lvl="1"/>
            <a:r>
              <a:t>Replacement for cron jobs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Built-in dashboard editor</a:t>
            </a:r>
          </a:p>
          <a:p>
            <a:pPr lvl="1"/>
            <a:r>
              <a:t>Charts, gauges, heatmaps</a:t>
            </a:r>
          </a:p>
          <a:p>
            <a:pPr lvl="1"/>
            <a:r>
              <a:t>Variables for dynamic 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Alerting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Checks and notification rules</a:t>
            </a:r>
          </a:p>
          <a:p>
            <a:pPr lvl="1"/>
            <a:r>
              <a:t>Threshold and deadman alerts</a:t>
            </a:r>
          </a:p>
          <a:p>
            <a:pPr lvl="1"/>
            <a:r>
              <a:t>Email and webhook endpoints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APIs &amp;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HTTP API for read/write</a:t>
            </a:r>
          </a:p>
          <a:p>
            <a:pPr lvl="1"/>
            <a:r>
              <a:t>Influx CLI for admin tasks</a:t>
            </a:r>
          </a:p>
          <a:p>
            <a:pPr lvl="1"/>
            <a:r>
              <a:t>Automation and CI/CD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 tags for filtering</a:t>
            </a:r>
          </a:p>
          <a:p>
            <a:pPr lvl="1"/>
            <a:r>
              <a:t>Avoid high cardinality</a:t>
            </a:r>
          </a:p>
          <a:p>
            <a:pPr lvl="1"/>
            <a:r>
              <a:t>Downsample old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IoT sensor telemetry</a:t>
            </a:r>
          </a:p>
          <a:p>
            <a:pPr lvl="1"/>
            <a:r>
              <a:t>Application monitoring</a:t>
            </a:r>
          </a:p>
          <a:p>
            <a:pPr lvl="1"/>
            <a:r>
              <a:t>Infrastructure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InfluxDB 2 Fundamentals Covered</a:t>
            </a:r>
          </a:p>
          <a:p>
            <a:pPr lvl="1"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